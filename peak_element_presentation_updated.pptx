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 Peak Element (LeetCode 162)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Goal: Find any peak element in the array.</a:t>
            </a:r>
          </a:p>
          <a:p>
            <a:r>
              <a:t>A peak element is greater than its neighbors.</a:t>
            </a:r>
          </a:p>
          <a:p>
            <a:r>
              <a:t>We use Binary Search (O(log n)).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Input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Array: [1, 2, 8, 4, 5, 6, 7, 3, 5, 1]</a:t>
            </a:r>
          </a:p>
          <a:p>
            <a:r>
              <a:t>Possible Peaks: 8, 7, 5</a:t>
            </a:r>
          </a:p>
          <a:p>
            <a:r>
              <a:t>Output can be any peak index.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Handle edge cases</a:t>
            </a:r>
          </a:p>
          <a:p>
            <a:r>
              <a:t>2. Apply Binary Search</a:t>
            </a:r>
          </a:p>
          <a:p>
            <a:r>
              <a:t>3. Check mid with neighbors</a:t>
            </a:r>
          </a:p>
          <a:p>
            <a:r>
              <a:t>4. Move in increasing direction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If nums[mid] &gt; nums[mid-1] and nums[mid] &gt; nums[mid+1] → Peak</a:t>
            </a:r>
          </a:p>
          <a:p>
            <a:r>
              <a:t>If nums[mid-1] &lt; nums[mid] → Move Right</a:t>
            </a:r>
          </a:p>
          <a:p>
            <a:r>
              <a:t>Else → Move Left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Full Code (Part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 Solution {</a:t>
            </a:r>
          </a:p>
          <a:p>
            <a:r>
              <a:t>public:</a:t>
            </a:r>
          </a:p>
          <a:p>
            <a:r>
              <a:t>    int findPeakElement(vector&lt;int&gt;&amp; nums) {</a:t>
            </a:r>
          </a:p>
          <a:p>
            <a:r>
              <a:t>        int n=nums.size();</a:t>
            </a:r>
          </a:p>
          <a:p>
            <a:r>
              <a:t>        if(n==1){</a:t>
            </a:r>
          </a:p>
          <a:p>
            <a:r>
              <a:t>            return 0;</a:t>
            </a:r>
          </a:p>
          <a:p>
            <a:r>
              <a:t>        }</a:t>
            </a:r>
          </a:p>
          <a:p>
            <a:r>
              <a:t>        if(nums[0]&gt;nums[1]){</a:t>
            </a:r>
          </a:p>
          <a:p>
            <a:r>
              <a:t>            return 0;</a:t>
            </a:r>
          </a:p>
          <a:p>
            <a:r>
              <a:t>        }</a:t>
            </a:r>
          </a:p>
          <a:p>
            <a:r>
              <a:t>        if(nums[n-1]&gt;nums[n-2]){</a:t>
            </a:r>
          </a:p>
          <a:p>
            <a:r>
              <a:t>            return n-1;</a:t>
            </a:r>
          </a:p>
          <a:p>
            <a:r>
              <a:t>        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Full Code (Part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       int low=1,high=n-2;</a:t>
            </a:r>
          </a:p>
          <a:p>
            <a:r>
              <a:t>        while(low&lt;=high){</a:t>
            </a:r>
          </a:p>
          <a:p>
            <a:r>
              <a:t>            int mid=(low+high)/2;</a:t>
            </a:r>
          </a:p>
          <a:p>
            <a:r>
              <a:t>            if(nums[mid]&gt;nums[mid-1] &amp;&amp; nums[mid]&gt;nums[mid+1]){</a:t>
            </a:r>
          </a:p>
          <a:p>
            <a:r>
              <a:t>                return mid;</a:t>
            </a:r>
          </a:p>
          <a:p>
            <a:r>
              <a:t>            }</a:t>
            </a:r>
          </a:p>
          <a:p>
            <a:r>
              <a:t>            else if(nums[mid-1]&lt;nums[mid]){</a:t>
            </a:r>
          </a:p>
          <a:p>
            <a:r>
              <a:t>                low=mid+1;</a:t>
            </a:r>
          </a:p>
          <a:p>
            <a:r>
              <a:t>            }</a:t>
            </a:r>
          </a:p>
          <a:p>
            <a:r>
              <a:t>            else{</a:t>
            </a:r>
          </a:p>
          <a:p>
            <a:r>
              <a:t>                high=mid-1;</a:t>
            </a:r>
          </a:p>
          <a:p>
            <a:r>
              <a:t>            }</a:t>
            </a:r>
          </a:p>
          <a:p>
            <a:r>
              <a:t>        }</a:t>
            </a:r>
          </a:p>
          <a:p>
            <a:r>
              <a:t>        return -1;</a:t>
            </a:r>
          </a:p>
          <a:p>
            <a:r>
              <a:t>    }</a:t>
            </a:r>
          </a:p>
          <a:p>
            <a:r>
              <a:t>};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Dry Run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mid=4 → move right</a:t>
            </a:r>
          </a:p>
          <a:p>
            <a:r>
              <a:t>mid=6 → peak found</a:t>
            </a:r>
          </a:p>
          <a:p>
            <a:r>
              <a:t>Output: index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Complexity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Time: O(log n)</a:t>
            </a:r>
          </a:p>
          <a:p>
            <a:r>
              <a:t>Space: O(1)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Binary Search on pattern</a:t>
            </a:r>
          </a:p>
          <a:p>
            <a:r>
              <a:t>Efficient and interview important</a:t>
            </a:r>
          </a:p>
          <a:p>
            <a:r>
              <a:t>Multiple peaks possible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