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LeetCode #1: Two 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 Chetas</a:t>
            </a:r>
          </a:p>
          <a:p>
            <a:r>
              <a:t>DSA Presentation</a:t>
            </a:r>
          </a:p>
          <a:p>
            <a:r>
              <a:t>Approaches: Brute Force, Map, Two Pointer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Given an integer array nums and a target.</a:t>
            </a:r>
          </a:p>
          <a:p>
            <a:r>
              <a:t>Return indices of the two numbers such that they add up to target.</a:t>
            </a:r>
          </a:p>
          <a:p>
            <a:r>
              <a:t>You cannot use the same element twice.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nums = [2,7,11,15]</a:t>
            </a:r>
          </a:p>
          <a:p>
            <a:r>
              <a:t>Target = 9</a:t>
            </a:r>
          </a:p>
          <a:p/>
          <a:p>
            <a:r>
              <a:t>Output: [0,1]</a:t>
            </a:r>
          </a:p>
          <a:p>
            <a:r>
              <a:t>Explanation: nums[0] + nums[1] = 2 + 7 =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Brute Force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two nested loops to check every pair.</a:t>
            </a:r>
          </a:p>
          <a:p/>
          <a:p>
            <a:r>
              <a:t>for i from 0 to n-1</a:t>
            </a:r>
          </a:p>
          <a:p>
            <a:r>
              <a:t> for j from i+1 to n-1</a:t>
            </a:r>
          </a:p>
          <a:p>
            <a:r>
              <a:t>  if nums[i] + nums[j] == target</a:t>
            </a:r>
          </a:p>
          <a:p>
            <a:r>
              <a:t>   return indices</a:t>
            </a:r>
          </a:p>
          <a:p/>
          <a:p>
            <a:r>
              <a:t>Time Complexity: O(n²)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 Approach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number → index in a map.</a:t>
            </a:r>
          </a:p>
          <a:p>
            <a:r>
              <a:t>For each element:</a:t>
            </a:r>
          </a:p>
          <a:p>
            <a:r>
              <a:t>remaining = target - nums[i]</a:t>
            </a:r>
          </a:p>
          <a:p>
            <a:r>
              <a:t>If remaining already exists in map</a:t>
            </a:r>
          </a:p>
          <a:p>
            <a:r>
              <a:t>return the indices.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C++ Code (Map)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Solution {</a:t>
            </a:r>
          </a:p>
          <a:p>
            <a:r>
              <a:t>public:</a:t>
            </a:r>
          </a:p>
          <a:p>
            <a:r>
              <a:t> vector&lt;int&gt; twoSum(vector&lt;int&gt;&amp; nums, int target) {</a:t>
            </a:r>
          </a:p>
          <a:p>
            <a:r>
              <a:t>  map&lt;int,int&gt; mp;</a:t>
            </a:r>
          </a:p>
          <a:p>
            <a:r>
              <a:t>  for(int i=0;i&lt;nums.size();i++){</a:t>
            </a:r>
          </a:p>
          <a:p>
            <a:r>
              <a:t>   int remaining = target - nums[i];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C++ Code (Map)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if(mp.find(remaining) != mp.end()){</a:t>
            </a:r>
          </a:p>
          <a:p>
            <a:r>
              <a:t>     return {mp[remaining], i};</a:t>
            </a:r>
          </a:p>
          <a:p>
            <a:r>
              <a:t>   }</a:t>
            </a:r>
          </a:p>
          <a:p>
            <a:r>
              <a:t>   mp[nums[i]] = i;</a:t>
            </a:r>
          </a:p>
          <a:p>
            <a:r>
              <a:t>  }</a:t>
            </a:r>
          </a:p>
          <a:p>
            <a:r>
              <a:t>  return {};</a:t>
            </a:r>
          </a:p>
          <a:p>
            <a:r>
              <a:t> }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Complexity: O(n log n) with map</a:t>
            </a:r>
          </a:p>
          <a:p>
            <a:r>
              <a:t>Space Complexity: O(n)</a:t>
            </a:r>
          </a:p>
          <a:p/>
          <a:p>
            <a:r>
              <a:t>Using unordered_map gives average O(n).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Pointer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 when array is sorted.</a:t>
            </a:r>
          </a:p>
          <a:p/>
          <a:p>
            <a:r>
              <a:t>left = 0</a:t>
            </a:r>
          </a:p>
          <a:p>
            <a:r>
              <a:t>right = n-1</a:t>
            </a:r>
          </a:p>
          <a:p/>
          <a:p>
            <a:r>
              <a:t>If sum &lt; target → move left</a:t>
            </a:r>
          </a:p>
          <a:p>
            <a:r>
              <a:t>If sum &gt; target → move right</a:t>
            </a:r>
          </a:p>
          <a:p>
            <a:r>
              <a:t>If sum == target → answer found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Pointer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sort(nums.begin(), nums.end());</a:t>
            </a:r>
          </a:p>
          <a:p>
            <a:r>
              <a:t>int left = 0;</a:t>
            </a:r>
          </a:p>
          <a:p>
            <a:r>
              <a:t>int right = nums.size()-1;</a:t>
            </a:r>
          </a:p>
          <a:p/>
          <a:p>
            <a:r>
              <a:t>while(left &lt; right){</a:t>
            </a:r>
          </a:p>
          <a:p>
            <a:r>
              <a:t> if(nums[left] + nums[right] == target)</a:t>
            </a:r>
          </a:p>
          <a:p>
            <a:r>
              <a:t>  return {left,right};</a:t>
            </a:r>
          </a:p>
          <a:p>
            <a:r>
              <a:t> else if(nums[left] + nums[right] &lt; target)</a:t>
            </a:r>
          </a:p>
          <a:p>
            <a:r>
              <a:t>  left++;</a:t>
            </a:r>
          </a:p>
          <a:p>
            <a:r>
              <a:t> else</a:t>
            </a:r>
          </a:p>
          <a:p>
            <a:r>
              <a:t>  right--;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 vs Two 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Map:</a:t>
            </a:r>
          </a:p>
          <a:p>
            <a:r>
              <a:t>Works on unsorted array</a:t>
            </a:r>
          </a:p>
          <a:p>
            <a:r>
              <a:t>Maintains indices</a:t>
            </a:r>
          </a:p>
          <a:p/>
          <a:p>
            <a:r>
              <a:t>Two Pointer:</a:t>
            </a:r>
          </a:p>
          <a:p>
            <a:r>
              <a:t>Requires sorted array</a:t>
            </a:r>
          </a:p>
          <a:p>
            <a:r>
              <a:t>Memory efficient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Sum is a fundamental interview problem.</a:t>
            </a:r>
          </a:p>
          <a:p>
            <a:r>
              <a:t>Map approach is most commonly used.</a:t>
            </a:r>
          </a:p>
          <a:p>
            <a:r>
              <a:t>Two pointer is useful for sorted arrays.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