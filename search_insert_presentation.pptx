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LeetCode 35: Search Insert 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</a:t>
            </a:r>
          </a:p>
          <a:p>
            <a:r>
              <a:t>Find index of target in sorted array.</a:t>
            </a:r>
          </a:p>
          <a:p>
            <a:r>
              <a:t>If not found, return position where it should be inserted.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use Binary Search</a:t>
            </a:r>
          </a:p>
          <a:p>
            <a:r>
              <a:t>Why?</a:t>
            </a:r>
          </a:p>
          <a:p>
            <a:r>
              <a:t>- Array is sorted</a:t>
            </a:r>
          </a:p>
          <a:p>
            <a:r>
              <a:t>- Reduces time complexity to O(log 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lb (lower bound): start index</a:t>
            </a:r>
          </a:p>
          <a:p>
            <a:r>
              <a:t>ub (upper bound): end index</a:t>
            </a:r>
          </a:p>
          <a:p>
            <a:r>
              <a:t>mid: middle index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Initialize lb=0, ub=n-1</a:t>
            </a:r>
          </a:p>
          <a:p>
            <a:r>
              <a:t>2. Loop while lb &lt;= ub</a:t>
            </a:r>
          </a:p>
          <a:p>
            <a:r>
              <a:t>3. Find mid</a:t>
            </a:r>
          </a:p>
          <a:p>
            <a:r>
              <a:t>4. Compare target with nums[mid]</a:t>
            </a:r>
          </a:p>
          <a:p>
            <a:r>
              <a:t>5. Adjust lb or 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target == nums[mid]: return mid</a:t>
            </a:r>
          </a:p>
          <a:p>
            <a:r>
              <a:t>If target &lt; nums[mid]: search left</a:t>
            </a:r>
          </a:p>
          <a:p>
            <a:r>
              <a:t>Else: search right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target not found,</a:t>
            </a:r>
          </a:p>
          <a:p>
            <a:r>
              <a:t>loop ends when lb &gt; ub</a:t>
            </a:r>
          </a:p>
          <a:p>
            <a:r>
              <a:t>At this point, lb is correct insert position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return lb?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lb always points to the smallest index</a:t>
            </a:r>
          </a:p>
          <a:p>
            <a:r>
              <a:t>where target can fit while maintaining order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nums = [1,3,5,6], target = 2</a:t>
            </a:r>
          </a:p>
          <a:p>
            <a:r>
              <a:t>Steps:</a:t>
            </a:r>
          </a:p>
          <a:p>
            <a:r>
              <a:t>mid=1 -&gt; 3 &gt; 2 -&gt; move left</a:t>
            </a:r>
          </a:p>
          <a:p>
            <a:r>
              <a:t>End: lb = 1</a:t>
            </a:r>
          </a:p>
          <a:p>
            <a:r>
              <a:t>Answer =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&amp; Space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Time: O(log n)</a:t>
            </a:r>
          </a:p>
          <a:p>
            <a:r>
              <a:t>Space: O(1)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searchInsert(vector&lt;int&gt;&amp; nums, int target) {</a:t>
            </a:r>
          </a:p>
          <a:p>
            <a:r>
              <a:t>    int lb=0,ub=nums.size()-1;</a:t>
            </a:r>
          </a:p>
          <a:p>
            <a:r>
              <a:t>    while(lb&lt;=ub){</a:t>
            </a:r>
          </a:p>
          <a:p>
            <a:r>
              <a:t>        int mid=(lb+ub)/2;</a:t>
            </a:r>
          </a:p>
          <a:p>
            <a:r>
              <a:t>        if(target==nums[mid]) return mid;</a:t>
            </a:r>
          </a:p>
          <a:p>
            <a:r>
              <a:t>        else if(target&lt;nums[mid]) ub=mid-1;</a:t>
            </a:r>
          </a:p>
          <a:p>
            <a:r>
              <a:t>        else lb=mid+1;</a:t>
            </a:r>
          </a:p>
          <a:p>
            <a:r>
              <a:t>    }</a:t>
            </a:r>
          </a:p>
          <a:p>
            <a:r>
              <a:t>    return lb;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