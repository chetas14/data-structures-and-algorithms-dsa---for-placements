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DSA Practice - 3 Problems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Contains Duplicate | Binary Search (2 problems)</a:t>
            </a:r>
          </a:p>
          <a:p>
            <a:r>
              <a:t>By Chetas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1: Contains Duplicate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Given an array, check if any value appears at least twice.</a:t>
            </a:r>
          </a:p>
          <a:p/>
          <a:p>
            <a:r>
              <a:t>Example:</a:t>
            </a:r>
          </a:p>
          <a:p>
            <a:r>
              <a:t>[1,2,3,1] -&gt; True</a:t>
            </a:r>
          </a:p>
          <a:p>
            <a:r>
              <a:t>[1,2,3,4] -&gt; False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1: Brute 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every pair</a:t>
            </a:r>
          </a:p>
          <a:p>
            <a:r>
              <a:t>Time: O(n^2)</a:t>
            </a:r>
          </a:p>
          <a:p>
            <a:r>
              <a:t>Not efficient for large inputs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2: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Sort array then check adjacent elements</a:t>
            </a:r>
          </a:p>
          <a:p>
            <a:r>
              <a:t>Time: O(n log n)</a:t>
            </a:r>
          </a:p>
          <a:p>
            <a:r>
              <a:t>Space: O(1)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3: Hashing (Best)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unordered_set</a:t>
            </a:r>
          </a:p>
          <a:p>
            <a:r>
              <a:t>Check if element already exists</a:t>
            </a:r>
          </a:p>
          <a:p>
            <a:r>
              <a:t>Time: O(n)</a:t>
            </a:r>
          </a:p>
          <a:p>
            <a:r>
              <a:t>Space: O(n)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(C++)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unordered_set&lt;int&gt; s;</a:t>
            </a:r>
          </a:p>
          <a:p>
            <a:r>
              <a:t>for(int i=0;i&lt;nums.size();i++){</a:t>
            </a:r>
          </a:p>
          <a:p>
            <a:r>
              <a:t>    if(s.find(nums[i])!=s.end())</a:t>
            </a:r>
          </a:p>
          <a:p>
            <a:r>
              <a:t>        return true;</a:t>
            </a:r>
          </a:p>
          <a:p>
            <a:r>
              <a:t>    s.insert(nums[i]);</a:t>
            </a:r>
          </a:p>
          <a:p>
            <a:r>
              <a:t>}</a:t>
            </a:r>
          </a:p>
          <a:p>
            <a:r>
              <a:t>return false;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2: Binary Search (Concept)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element in sorted array</a:t>
            </a:r>
          </a:p>
          <a:p>
            <a:r>
              <a:t>Divide and conquer approach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Find mid</a:t>
            </a:r>
          </a:p>
          <a:p>
            <a:r>
              <a:t>2. If target == mid -&gt; return</a:t>
            </a:r>
          </a:p>
          <a:p>
            <a:r>
              <a:t>3. If target &lt; mid -&gt; left</a:t>
            </a:r>
          </a:p>
          <a:p>
            <a:r>
              <a:t>4. Else -&gt; right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Best: O(1)</a:t>
            </a:r>
          </a:p>
          <a:p>
            <a:r>
              <a:t>Worst: O(log n)</a:t>
            </a:r>
          </a:p>
          <a:p>
            <a:r>
              <a:t>Very efficient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3: LeetCode 704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 index of target in sorted array</a:t>
            </a:r>
          </a:p>
          <a:p>
            <a:r>
              <a:t>Else return -1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(C++)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lb=0, ub=nums.size()-1;</a:t>
            </a:r>
          </a:p>
          <a:p>
            <a:r>
              <a:t>while(lb&lt;=ub){</a:t>
            </a:r>
          </a:p>
          <a:p>
            <a:r>
              <a:t>    int mid=(lb+ub)/2;</a:t>
            </a:r>
          </a:p>
          <a:p>
            <a:r>
              <a:t>    if(nums[mid]==target) return mid;</a:t>
            </a:r>
          </a:p>
          <a:p>
            <a:r>
              <a:t>    else if(target&lt;nums[mid]) ub=mid-1;</a:t>
            </a:r>
          </a:p>
          <a:p>
            <a:r>
              <a:t>    else lb=mid+1;</a:t>
            </a:r>
          </a:p>
          <a:p>
            <a:r>
              <a:t>}</a:t>
            </a:r>
          </a:p>
          <a:p>
            <a:r>
              <a:t>return -1;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