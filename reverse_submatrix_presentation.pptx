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LeetCode 3643 - Reverse Submatrix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Problem: Reverse a k x k submatrix inside a grid.</a:t>
            </a:r>
          </a:p>
          <a:p/>
          <a:p>
            <a:r>
              <a:t>Goal: Flip the submatrix vertically using an efficient approach.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Approach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 reverse the submatrix row-wise.</a:t>
            </a:r>
          </a:p>
          <a:p>
            <a:r>
              <a:t>Swap top rows with bottom rows.</a:t>
            </a:r>
          </a:p>
          <a:p>
            <a:r>
              <a:t>Repeat until reaching the middle.</a:t>
            </a:r>
          </a:p>
          <a:p/>
          <a:p>
            <a:r>
              <a:t>This avoids extra space (in-place operation).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Idea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two pointers:</a:t>
            </a:r>
          </a:p>
          <a:p>
            <a:r>
              <a:t>Top row = x + i</a:t>
            </a:r>
          </a:p>
          <a:p>
            <a:r>
              <a:t>Bottom row = x + k - 1 - i</a:t>
            </a:r>
          </a:p>
          <a:p/>
          <a:p>
            <a:r>
              <a:t>Swap elements column-wise for each row pair.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Algorithm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Loop from i = 0 to k/2</a:t>
            </a:r>
          </a:p>
          <a:p>
            <a:r>
              <a:t>2. Identify top and bottom rows</a:t>
            </a:r>
          </a:p>
          <a:p>
            <a:r>
              <a:t>3. Loop through columns (0 to k-1)</a:t>
            </a:r>
          </a:p>
          <a:p>
            <a:r>
              <a:t>4. Swap corresponding elements</a:t>
            </a:r>
          </a:p>
          <a:p>
            <a:r>
              <a:t>5. Return updated grid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 Explanation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Outer loop controls row swapping</a:t>
            </a:r>
          </a:p>
          <a:p>
            <a:r>
              <a:t>Inner loop swaps each column element</a:t>
            </a:r>
          </a:p>
          <a:p>
            <a:r>
              <a:t>swap(grid[top][col], grid[bottom][col])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Full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vector&lt;vector&lt;int&gt;&gt; reverseSubmatrix(vector&lt;vector&lt;int&gt;&gt;&amp; grid, int x, int y, int k) {</a:t>
            </a:r>
          </a:p>
          <a:p>
            <a:r>
              <a:t>    for (int i = 0; i &lt; k / 2; i++) {</a:t>
            </a:r>
          </a:p>
          <a:p>
            <a:r>
              <a:t>        int topRow = x + i;</a:t>
            </a:r>
          </a:p>
          <a:p>
            <a:r>
              <a:t>        int bottomRow = x + k - 1 - i;</a:t>
            </a:r>
          </a:p>
          <a:p>
            <a:r>
              <a:t>        for (int j = 0; j &lt; k; j++) {</a:t>
            </a:r>
          </a:p>
          <a:p>
            <a:r>
              <a:t>            swap(grid[topRow][y + j], grid[bottomRow][y + j]);</a:t>
            </a:r>
          </a:p>
          <a:p>
            <a:r>
              <a:t>        }</a:t>
            </a:r>
          </a:p>
          <a:p>
            <a:r>
              <a:t>    }</a:t>
            </a:r>
          </a:p>
          <a:p>
            <a:r>
              <a:t>    return grid;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Time &amp; Space Complexity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Time Complexity: O(k^2)</a:t>
            </a:r>
          </a:p>
          <a:p>
            <a:r>
              <a:t>Space Complexity: O(1)</a:t>
            </a:r>
          </a:p>
          <a:p/>
          <a:p>
            <a:r>
              <a:t>Efficient as it modifies the grid in-place.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Input:</a:t>
            </a:r>
          </a:p>
          <a:p>
            <a:r>
              <a:t>[[1,2,3],[4,5,6],[7,8,9]]</a:t>
            </a:r>
          </a:p>
          <a:p>
            <a:r>
              <a:t>Submatrix (k=2 from (0,0))</a:t>
            </a:r>
          </a:p>
          <a:p/>
          <a:p>
            <a:r>
              <a:t>Output:</a:t>
            </a:r>
          </a:p>
          <a:p>
            <a:r>
              <a:t>[[4,5,3],[1,2,6],[7,8,9]]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Simple and efficient approach</a:t>
            </a:r>
          </a:p>
          <a:p>
            <a:r>
              <a:t>Uses two-pointer technique</a:t>
            </a:r>
          </a:p>
          <a:p>
            <a:r>
              <a:t>In-place transformation</a:t>
            </a:r>
          </a:p>
          <a:p/>
          <a:p>
            <a:r>
              <a:t>Great for matrix manipulation problems!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